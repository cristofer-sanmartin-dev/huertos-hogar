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5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FF738C-7C5F-4F5D-805F-0653BD193D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193AEA-2C73-4468-A364-0C0363DF665D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 baseline="0" dirty="0"/>
            <a:t>Diseño del Proyecto: SPA con </a:t>
          </a:r>
          <a:r>
            <a:rPr lang="es-CL" b="0" i="0" baseline="0" dirty="0" err="1"/>
            <a:t>React</a:t>
          </a:r>
          <a:endParaRPr lang="en-US" dirty="0"/>
        </a:p>
      </dgm:t>
    </dgm:pt>
    <dgm:pt modelId="{49211E38-D911-4C64-87EE-4C060FC0A1C6}" type="parTrans" cxnId="{D61A7963-5E44-411E-8EA1-8B97660DF403}">
      <dgm:prSet/>
      <dgm:spPr/>
      <dgm:t>
        <a:bodyPr/>
        <a:lstStyle/>
        <a:p>
          <a:endParaRPr lang="en-US" sz="1800"/>
        </a:p>
      </dgm:t>
    </dgm:pt>
    <dgm:pt modelId="{311EEA18-66BC-445B-B97D-DAA46A57024B}" type="sibTrans" cxnId="{D61A7963-5E44-411E-8EA1-8B97660DF403}">
      <dgm:prSet/>
      <dgm:spPr/>
      <dgm:t>
        <a:bodyPr/>
        <a:lstStyle/>
        <a:p>
          <a:endParaRPr lang="en-US"/>
        </a:p>
      </dgm:t>
    </dgm:pt>
    <dgm:pt modelId="{4B2BBB6F-132F-4211-A94D-545F9D6EE777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 baseline="0" dirty="0"/>
            <a:t>Componentes </a:t>
          </a:r>
          <a:r>
            <a:rPr lang="es-CL" b="0" i="0" baseline="0" dirty="0" err="1"/>
            <a:t>React</a:t>
          </a:r>
          <a:r>
            <a:rPr lang="es-CL" b="0" i="0" baseline="0" dirty="0"/>
            <a:t> y Diseño Adaptable</a:t>
          </a:r>
          <a:endParaRPr lang="en-US" dirty="0"/>
        </a:p>
      </dgm:t>
    </dgm:pt>
    <dgm:pt modelId="{915055A2-09EF-40D3-ADF1-58DDC2CF5FAB}" type="parTrans" cxnId="{A7678CD5-D5A7-40A6-A5A3-C6D87FA5DA48}">
      <dgm:prSet/>
      <dgm:spPr/>
      <dgm:t>
        <a:bodyPr/>
        <a:lstStyle/>
        <a:p>
          <a:endParaRPr lang="en-US" sz="1800"/>
        </a:p>
      </dgm:t>
    </dgm:pt>
    <dgm:pt modelId="{6B87C43F-BB58-44AA-9B34-A310B63500BE}" type="sibTrans" cxnId="{A7678CD5-D5A7-40A6-A5A3-C6D87FA5DA48}">
      <dgm:prSet/>
      <dgm:spPr/>
      <dgm:t>
        <a:bodyPr/>
        <a:lstStyle/>
        <a:p>
          <a:endParaRPr lang="en-US"/>
        </a:p>
      </dgm:t>
    </dgm:pt>
    <dgm:pt modelId="{A52FC5EE-001A-444C-8657-58AD03DA41BC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 baseline="0"/>
            <a:t>Demostración de Pruebas Unitarias</a:t>
          </a:r>
          <a:endParaRPr lang="en-US"/>
        </a:p>
      </dgm:t>
    </dgm:pt>
    <dgm:pt modelId="{2FB36EB8-9663-438C-9911-78BF6442F757}" type="parTrans" cxnId="{C8B4800E-A32C-42E5-8365-3A0E1118357A}">
      <dgm:prSet/>
      <dgm:spPr/>
      <dgm:t>
        <a:bodyPr/>
        <a:lstStyle/>
        <a:p>
          <a:endParaRPr lang="en-US" sz="1800"/>
        </a:p>
      </dgm:t>
    </dgm:pt>
    <dgm:pt modelId="{5DE160FD-0C89-4020-A3F7-3EFD5B72AB5C}" type="sibTrans" cxnId="{C8B4800E-A32C-42E5-8365-3A0E1118357A}">
      <dgm:prSet/>
      <dgm:spPr/>
      <dgm:t>
        <a:bodyPr/>
        <a:lstStyle/>
        <a:p>
          <a:endParaRPr lang="en-US"/>
        </a:p>
      </dgm:t>
    </dgm:pt>
    <dgm:pt modelId="{C8EB2AB9-5790-433A-9487-40C9AAB171B2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 baseline="0"/>
            <a:t>Proceso de Testing Implementado</a:t>
          </a:r>
          <a:endParaRPr lang="en-US"/>
        </a:p>
      </dgm:t>
    </dgm:pt>
    <dgm:pt modelId="{16C4F3EC-36D8-4594-8C49-11F52ED523B4}" type="parTrans" cxnId="{9959E53C-B226-49E3-95A1-BBFDC333C875}">
      <dgm:prSet/>
      <dgm:spPr/>
      <dgm:t>
        <a:bodyPr/>
        <a:lstStyle/>
        <a:p>
          <a:endParaRPr lang="en-US" sz="1800"/>
        </a:p>
      </dgm:t>
    </dgm:pt>
    <dgm:pt modelId="{830E93D2-68FC-4872-9EF2-64FBC2FD88E4}" type="sibTrans" cxnId="{9959E53C-B226-49E3-95A1-BBFDC333C875}">
      <dgm:prSet/>
      <dgm:spPr/>
      <dgm:t>
        <a:bodyPr/>
        <a:lstStyle/>
        <a:p>
          <a:endParaRPr lang="en-US"/>
        </a:p>
      </dgm:t>
    </dgm:pt>
    <dgm:pt modelId="{76507724-106E-400D-BDA5-2E0D75AF18F4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 baseline="0"/>
            <a:t>Conclusiones</a:t>
          </a:r>
          <a:endParaRPr lang="en-US"/>
        </a:p>
      </dgm:t>
    </dgm:pt>
    <dgm:pt modelId="{60EF21E4-7806-46CE-8CDE-6BF77EF628DB}" type="parTrans" cxnId="{78DF8D1F-D5F6-4146-BE33-24FBB844E3C6}">
      <dgm:prSet/>
      <dgm:spPr/>
      <dgm:t>
        <a:bodyPr/>
        <a:lstStyle/>
        <a:p>
          <a:endParaRPr lang="en-US" sz="1800"/>
        </a:p>
      </dgm:t>
    </dgm:pt>
    <dgm:pt modelId="{C8494FD0-731A-4F04-A074-A4E93CE7441B}" type="sibTrans" cxnId="{78DF8D1F-D5F6-4146-BE33-24FBB844E3C6}">
      <dgm:prSet/>
      <dgm:spPr/>
      <dgm:t>
        <a:bodyPr/>
        <a:lstStyle/>
        <a:p>
          <a:endParaRPr lang="en-US"/>
        </a:p>
      </dgm:t>
    </dgm:pt>
    <dgm:pt modelId="{BAAE5B38-973C-4A04-8A4C-E16E384B3364}" type="pres">
      <dgm:prSet presAssocID="{17FF738C-7C5F-4F5D-805F-0653BD193DFC}" presName="root" presStyleCnt="0">
        <dgm:presLayoutVars>
          <dgm:dir/>
          <dgm:resizeHandles val="exact"/>
        </dgm:presLayoutVars>
      </dgm:prSet>
      <dgm:spPr/>
    </dgm:pt>
    <dgm:pt modelId="{D77C7835-B918-410D-8B47-9957DD2A9D07}" type="pres">
      <dgm:prSet presAssocID="{41193AEA-2C73-4468-A364-0C0363DF665D}" presName="compNode" presStyleCnt="0"/>
      <dgm:spPr/>
    </dgm:pt>
    <dgm:pt modelId="{6801415E-A664-4AEE-9B97-025AA0FE8AC4}" type="pres">
      <dgm:prSet presAssocID="{41193AEA-2C73-4468-A364-0C0363DF665D}" presName="bgRect" presStyleLbl="bgShp" presStyleIdx="0" presStyleCnt="5"/>
      <dgm:spPr/>
    </dgm:pt>
    <dgm:pt modelId="{0158D484-E607-4E15-AD2F-3809F88D54BE}" type="pres">
      <dgm:prSet presAssocID="{41193AEA-2C73-4468-A364-0C0363DF665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DC7BE58-0472-43FC-98D3-C459D56775FE}" type="pres">
      <dgm:prSet presAssocID="{41193AEA-2C73-4468-A364-0C0363DF665D}" presName="spaceRect" presStyleCnt="0"/>
      <dgm:spPr/>
    </dgm:pt>
    <dgm:pt modelId="{A4A14340-BB99-4AF4-BD27-D05440B7A5E4}" type="pres">
      <dgm:prSet presAssocID="{41193AEA-2C73-4468-A364-0C0363DF665D}" presName="parTx" presStyleLbl="revTx" presStyleIdx="0" presStyleCnt="5">
        <dgm:presLayoutVars>
          <dgm:chMax val="0"/>
          <dgm:chPref val="0"/>
        </dgm:presLayoutVars>
      </dgm:prSet>
      <dgm:spPr/>
    </dgm:pt>
    <dgm:pt modelId="{A5CEF5A0-B3EB-4C82-8993-B275ACD99E00}" type="pres">
      <dgm:prSet presAssocID="{311EEA18-66BC-445B-B97D-DAA46A57024B}" presName="sibTrans" presStyleCnt="0"/>
      <dgm:spPr/>
    </dgm:pt>
    <dgm:pt modelId="{7CBADFF6-A5A4-475B-A00A-FB732A936466}" type="pres">
      <dgm:prSet presAssocID="{4B2BBB6F-132F-4211-A94D-545F9D6EE777}" presName="compNode" presStyleCnt="0"/>
      <dgm:spPr/>
    </dgm:pt>
    <dgm:pt modelId="{622510FA-B59C-4141-B758-7FE1B8D9B6C6}" type="pres">
      <dgm:prSet presAssocID="{4B2BBB6F-132F-4211-A94D-545F9D6EE777}" presName="bgRect" presStyleLbl="bgShp" presStyleIdx="1" presStyleCnt="5"/>
      <dgm:spPr/>
    </dgm:pt>
    <dgm:pt modelId="{92026D59-D102-4581-A5FD-48BFEE3033C1}" type="pres">
      <dgm:prSet presAssocID="{4B2BBB6F-132F-4211-A94D-545F9D6EE77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945373B8-DAC7-4C47-A39F-BF88D00D332C}" type="pres">
      <dgm:prSet presAssocID="{4B2BBB6F-132F-4211-A94D-545F9D6EE777}" presName="spaceRect" presStyleCnt="0"/>
      <dgm:spPr/>
    </dgm:pt>
    <dgm:pt modelId="{F7E0EDAF-8B64-4174-9F8B-400FF2AC693F}" type="pres">
      <dgm:prSet presAssocID="{4B2BBB6F-132F-4211-A94D-545F9D6EE777}" presName="parTx" presStyleLbl="revTx" presStyleIdx="1" presStyleCnt="5">
        <dgm:presLayoutVars>
          <dgm:chMax val="0"/>
          <dgm:chPref val="0"/>
        </dgm:presLayoutVars>
      </dgm:prSet>
      <dgm:spPr/>
    </dgm:pt>
    <dgm:pt modelId="{877F0760-5359-42D5-A66C-2D468917C6BB}" type="pres">
      <dgm:prSet presAssocID="{6B87C43F-BB58-44AA-9B34-A310B63500BE}" presName="sibTrans" presStyleCnt="0"/>
      <dgm:spPr/>
    </dgm:pt>
    <dgm:pt modelId="{8F2D8C62-FA32-404D-B2F2-2476DF59A961}" type="pres">
      <dgm:prSet presAssocID="{A52FC5EE-001A-444C-8657-58AD03DA41BC}" presName="compNode" presStyleCnt="0"/>
      <dgm:spPr/>
    </dgm:pt>
    <dgm:pt modelId="{C0AD9B8E-3A06-448F-A1AF-A6251E7A5CFE}" type="pres">
      <dgm:prSet presAssocID="{A52FC5EE-001A-444C-8657-58AD03DA41BC}" presName="bgRect" presStyleLbl="bgShp" presStyleIdx="2" presStyleCnt="5"/>
      <dgm:spPr/>
    </dgm:pt>
    <dgm:pt modelId="{F7542A10-AC4D-4F3E-9027-2E7E3C3F36F6}" type="pres">
      <dgm:prSet presAssocID="{A52FC5EE-001A-444C-8657-58AD03DA41B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D674546F-465C-4646-A636-597D5E55284C}" type="pres">
      <dgm:prSet presAssocID="{A52FC5EE-001A-444C-8657-58AD03DA41BC}" presName="spaceRect" presStyleCnt="0"/>
      <dgm:spPr/>
    </dgm:pt>
    <dgm:pt modelId="{5C883EFA-5FE1-4E7D-A588-D39EFCF5D207}" type="pres">
      <dgm:prSet presAssocID="{A52FC5EE-001A-444C-8657-58AD03DA41BC}" presName="parTx" presStyleLbl="revTx" presStyleIdx="2" presStyleCnt="5">
        <dgm:presLayoutVars>
          <dgm:chMax val="0"/>
          <dgm:chPref val="0"/>
        </dgm:presLayoutVars>
      </dgm:prSet>
      <dgm:spPr/>
    </dgm:pt>
    <dgm:pt modelId="{582ACB21-2AF4-4DA6-85DB-2AC00BBA0C31}" type="pres">
      <dgm:prSet presAssocID="{5DE160FD-0C89-4020-A3F7-3EFD5B72AB5C}" presName="sibTrans" presStyleCnt="0"/>
      <dgm:spPr/>
    </dgm:pt>
    <dgm:pt modelId="{84CB7944-2C06-4251-B2B1-CB1DE24B4938}" type="pres">
      <dgm:prSet presAssocID="{C8EB2AB9-5790-433A-9487-40C9AAB171B2}" presName="compNode" presStyleCnt="0"/>
      <dgm:spPr/>
    </dgm:pt>
    <dgm:pt modelId="{7D1E2C35-1993-40AE-BA0E-E78F5CAAA19C}" type="pres">
      <dgm:prSet presAssocID="{C8EB2AB9-5790-433A-9487-40C9AAB171B2}" presName="bgRect" presStyleLbl="bgShp" presStyleIdx="3" presStyleCnt="5"/>
      <dgm:spPr/>
    </dgm:pt>
    <dgm:pt modelId="{DA53574B-2595-4880-90F1-23C2C4E691FA}" type="pres">
      <dgm:prSet presAssocID="{C8EB2AB9-5790-433A-9487-40C9AAB171B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CB44DEE2-44B7-4FBC-AD8E-9275DA82654A}" type="pres">
      <dgm:prSet presAssocID="{C8EB2AB9-5790-433A-9487-40C9AAB171B2}" presName="spaceRect" presStyleCnt="0"/>
      <dgm:spPr/>
    </dgm:pt>
    <dgm:pt modelId="{932669F8-F9BC-45FF-B07B-D156520780AB}" type="pres">
      <dgm:prSet presAssocID="{C8EB2AB9-5790-433A-9487-40C9AAB171B2}" presName="parTx" presStyleLbl="revTx" presStyleIdx="3" presStyleCnt="5">
        <dgm:presLayoutVars>
          <dgm:chMax val="0"/>
          <dgm:chPref val="0"/>
        </dgm:presLayoutVars>
      </dgm:prSet>
      <dgm:spPr/>
    </dgm:pt>
    <dgm:pt modelId="{48E6E8F4-C023-4DD9-A73C-5654131E8A8D}" type="pres">
      <dgm:prSet presAssocID="{830E93D2-68FC-4872-9EF2-64FBC2FD88E4}" presName="sibTrans" presStyleCnt="0"/>
      <dgm:spPr/>
    </dgm:pt>
    <dgm:pt modelId="{9D080818-B0F6-44FA-9673-023B84C0085C}" type="pres">
      <dgm:prSet presAssocID="{76507724-106E-400D-BDA5-2E0D75AF18F4}" presName="compNode" presStyleCnt="0"/>
      <dgm:spPr/>
    </dgm:pt>
    <dgm:pt modelId="{C9B83FC5-4704-47F8-BB79-04DB31CDAA4C}" type="pres">
      <dgm:prSet presAssocID="{76507724-106E-400D-BDA5-2E0D75AF18F4}" presName="bgRect" presStyleLbl="bgShp" presStyleIdx="4" presStyleCnt="5"/>
      <dgm:spPr/>
    </dgm:pt>
    <dgm:pt modelId="{BF698C4B-076B-4994-A230-B0A726A7ACB2}" type="pres">
      <dgm:prSet presAssocID="{76507724-106E-400D-BDA5-2E0D75AF18F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182E223-31EE-407C-AA61-9CC840875DBE}" type="pres">
      <dgm:prSet presAssocID="{76507724-106E-400D-BDA5-2E0D75AF18F4}" presName="spaceRect" presStyleCnt="0"/>
      <dgm:spPr/>
    </dgm:pt>
    <dgm:pt modelId="{5A6FD6B3-39C5-447E-8255-6F4369513375}" type="pres">
      <dgm:prSet presAssocID="{76507724-106E-400D-BDA5-2E0D75AF18F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8B4800E-A32C-42E5-8365-3A0E1118357A}" srcId="{17FF738C-7C5F-4F5D-805F-0653BD193DFC}" destId="{A52FC5EE-001A-444C-8657-58AD03DA41BC}" srcOrd="2" destOrd="0" parTransId="{2FB36EB8-9663-438C-9911-78BF6442F757}" sibTransId="{5DE160FD-0C89-4020-A3F7-3EFD5B72AB5C}"/>
    <dgm:cxn modelId="{78DF8D1F-D5F6-4146-BE33-24FBB844E3C6}" srcId="{17FF738C-7C5F-4F5D-805F-0653BD193DFC}" destId="{76507724-106E-400D-BDA5-2E0D75AF18F4}" srcOrd="4" destOrd="0" parTransId="{60EF21E4-7806-46CE-8CDE-6BF77EF628DB}" sibTransId="{C8494FD0-731A-4F04-A074-A4E93CE7441B}"/>
    <dgm:cxn modelId="{9959E53C-B226-49E3-95A1-BBFDC333C875}" srcId="{17FF738C-7C5F-4F5D-805F-0653BD193DFC}" destId="{C8EB2AB9-5790-433A-9487-40C9AAB171B2}" srcOrd="3" destOrd="0" parTransId="{16C4F3EC-36D8-4594-8C49-11F52ED523B4}" sibTransId="{830E93D2-68FC-4872-9EF2-64FBC2FD88E4}"/>
    <dgm:cxn modelId="{92E0305D-26A1-41A4-B77A-AD6F04126F29}" type="presOf" srcId="{17FF738C-7C5F-4F5D-805F-0653BD193DFC}" destId="{BAAE5B38-973C-4A04-8A4C-E16E384B3364}" srcOrd="0" destOrd="0" presId="urn:microsoft.com/office/officeart/2018/2/layout/IconVerticalSolidList"/>
    <dgm:cxn modelId="{3A932B5F-A3F2-44E3-83AB-B7771D9D13C1}" type="presOf" srcId="{C8EB2AB9-5790-433A-9487-40C9AAB171B2}" destId="{932669F8-F9BC-45FF-B07B-D156520780AB}" srcOrd="0" destOrd="0" presId="urn:microsoft.com/office/officeart/2018/2/layout/IconVerticalSolidList"/>
    <dgm:cxn modelId="{D61A7963-5E44-411E-8EA1-8B97660DF403}" srcId="{17FF738C-7C5F-4F5D-805F-0653BD193DFC}" destId="{41193AEA-2C73-4468-A364-0C0363DF665D}" srcOrd="0" destOrd="0" parTransId="{49211E38-D911-4C64-87EE-4C060FC0A1C6}" sibTransId="{311EEA18-66BC-445B-B97D-DAA46A57024B}"/>
    <dgm:cxn modelId="{05919844-4B85-4AC9-B9E8-71C0F4B47BB7}" type="presOf" srcId="{41193AEA-2C73-4468-A364-0C0363DF665D}" destId="{A4A14340-BB99-4AF4-BD27-D05440B7A5E4}" srcOrd="0" destOrd="0" presId="urn:microsoft.com/office/officeart/2018/2/layout/IconVerticalSolidList"/>
    <dgm:cxn modelId="{A1AC36A2-BD7A-4D44-83D8-F6408969AE6A}" type="presOf" srcId="{A52FC5EE-001A-444C-8657-58AD03DA41BC}" destId="{5C883EFA-5FE1-4E7D-A588-D39EFCF5D207}" srcOrd="0" destOrd="0" presId="urn:microsoft.com/office/officeart/2018/2/layout/IconVerticalSolidList"/>
    <dgm:cxn modelId="{2064C4B0-07B4-42CF-880E-866E7205C4A4}" type="presOf" srcId="{76507724-106E-400D-BDA5-2E0D75AF18F4}" destId="{5A6FD6B3-39C5-447E-8255-6F4369513375}" srcOrd="0" destOrd="0" presId="urn:microsoft.com/office/officeart/2018/2/layout/IconVerticalSolidList"/>
    <dgm:cxn modelId="{205F86B5-64B7-41CC-A144-AC02F62DDFBD}" type="presOf" srcId="{4B2BBB6F-132F-4211-A94D-545F9D6EE777}" destId="{F7E0EDAF-8B64-4174-9F8B-400FF2AC693F}" srcOrd="0" destOrd="0" presId="urn:microsoft.com/office/officeart/2018/2/layout/IconVerticalSolidList"/>
    <dgm:cxn modelId="{A7678CD5-D5A7-40A6-A5A3-C6D87FA5DA48}" srcId="{17FF738C-7C5F-4F5D-805F-0653BD193DFC}" destId="{4B2BBB6F-132F-4211-A94D-545F9D6EE777}" srcOrd="1" destOrd="0" parTransId="{915055A2-09EF-40D3-ADF1-58DDC2CF5FAB}" sibTransId="{6B87C43F-BB58-44AA-9B34-A310B63500BE}"/>
    <dgm:cxn modelId="{5C6F8C89-0ED6-4712-97EF-AD01C2039C6A}" type="presParOf" srcId="{BAAE5B38-973C-4A04-8A4C-E16E384B3364}" destId="{D77C7835-B918-410D-8B47-9957DD2A9D07}" srcOrd="0" destOrd="0" presId="urn:microsoft.com/office/officeart/2018/2/layout/IconVerticalSolidList"/>
    <dgm:cxn modelId="{85ABBF27-1BDB-4771-A66C-5215B65973C3}" type="presParOf" srcId="{D77C7835-B918-410D-8B47-9957DD2A9D07}" destId="{6801415E-A664-4AEE-9B97-025AA0FE8AC4}" srcOrd="0" destOrd="0" presId="urn:microsoft.com/office/officeart/2018/2/layout/IconVerticalSolidList"/>
    <dgm:cxn modelId="{EA0E8ED8-6A0C-4ED0-B88A-73DE80B05541}" type="presParOf" srcId="{D77C7835-B918-410D-8B47-9957DD2A9D07}" destId="{0158D484-E607-4E15-AD2F-3809F88D54BE}" srcOrd="1" destOrd="0" presId="urn:microsoft.com/office/officeart/2018/2/layout/IconVerticalSolidList"/>
    <dgm:cxn modelId="{140A7D3D-F589-4933-9D9C-0451D174FD4E}" type="presParOf" srcId="{D77C7835-B918-410D-8B47-9957DD2A9D07}" destId="{8DC7BE58-0472-43FC-98D3-C459D56775FE}" srcOrd="2" destOrd="0" presId="urn:microsoft.com/office/officeart/2018/2/layout/IconVerticalSolidList"/>
    <dgm:cxn modelId="{FCA5FC15-69D6-4783-90D3-DFFA26BD3EE5}" type="presParOf" srcId="{D77C7835-B918-410D-8B47-9957DD2A9D07}" destId="{A4A14340-BB99-4AF4-BD27-D05440B7A5E4}" srcOrd="3" destOrd="0" presId="urn:microsoft.com/office/officeart/2018/2/layout/IconVerticalSolidList"/>
    <dgm:cxn modelId="{3CDA7B2A-2103-4AAF-8EAF-16B82B140877}" type="presParOf" srcId="{BAAE5B38-973C-4A04-8A4C-E16E384B3364}" destId="{A5CEF5A0-B3EB-4C82-8993-B275ACD99E00}" srcOrd="1" destOrd="0" presId="urn:microsoft.com/office/officeart/2018/2/layout/IconVerticalSolidList"/>
    <dgm:cxn modelId="{0861CDD9-AC44-4A8C-A233-9FA8F6BC3189}" type="presParOf" srcId="{BAAE5B38-973C-4A04-8A4C-E16E384B3364}" destId="{7CBADFF6-A5A4-475B-A00A-FB732A936466}" srcOrd="2" destOrd="0" presId="urn:microsoft.com/office/officeart/2018/2/layout/IconVerticalSolidList"/>
    <dgm:cxn modelId="{15FA6B6F-DBED-4B22-A678-F78E1AF4162F}" type="presParOf" srcId="{7CBADFF6-A5A4-475B-A00A-FB732A936466}" destId="{622510FA-B59C-4141-B758-7FE1B8D9B6C6}" srcOrd="0" destOrd="0" presId="urn:microsoft.com/office/officeart/2018/2/layout/IconVerticalSolidList"/>
    <dgm:cxn modelId="{FECA5238-E684-4EE0-AA92-BFBDDD5FE857}" type="presParOf" srcId="{7CBADFF6-A5A4-475B-A00A-FB732A936466}" destId="{92026D59-D102-4581-A5FD-48BFEE3033C1}" srcOrd="1" destOrd="0" presId="urn:microsoft.com/office/officeart/2018/2/layout/IconVerticalSolidList"/>
    <dgm:cxn modelId="{C3CF7475-ADCA-41A8-832A-6EEA0E93503C}" type="presParOf" srcId="{7CBADFF6-A5A4-475B-A00A-FB732A936466}" destId="{945373B8-DAC7-4C47-A39F-BF88D00D332C}" srcOrd="2" destOrd="0" presId="urn:microsoft.com/office/officeart/2018/2/layout/IconVerticalSolidList"/>
    <dgm:cxn modelId="{5078264F-9099-43E2-B7B2-54A378AD13C0}" type="presParOf" srcId="{7CBADFF6-A5A4-475B-A00A-FB732A936466}" destId="{F7E0EDAF-8B64-4174-9F8B-400FF2AC693F}" srcOrd="3" destOrd="0" presId="urn:microsoft.com/office/officeart/2018/2/layout/IconVerticalSolidList"/>
    <dgm:cxn modelId="{531B1589-416E-4A11-A06B-5730F0B7A50B}" type="presParOf" srcId="{BAAE5B38-973C-4A04-8A4C-E16E384B3364}" destId="{877F0760-5359-42D5-A66C-2D468917C6BB}" srcOrd="3" destOrd="0" presId="urn:microsoft.com/office/officeart/2018/2/layout/IconVerticalSolidList"/>
    <dgm:cxn modelId="{9A6D50C1-C5F0-4F70-B6C7-3F1CF529A628}" type="presParOf" srcId="{BAAE5B38-973C-4A04-8A4C-E16E384B3364}" destId="{8F2D8C62-FA32-404D-B2F2-2476DF59A961}" srcOrd="4" destOrd="0" presId="urn:microsoft.com/office/officeart/2018/2/layout/IconVerticalSolidList"/>
    <dgm:cxn modelId="{39293765-2E7A-46F0-A456-BB4CAEAB1F44}" type="presParOf" srcId="{8F2D8C62-FA32-404D-B2F2-2476DF59A961}" destId="{C0AD9B8E-3A06-448F-A1AF-A6251E7A5CFE}" srcOrd="0" destOrd="0" presId="urn:microsoft.com/office/officeart/2018/2/layout/IconVerticalSolidList"/>
    <dgm:cxn modelId="{95C4C426-04B9-4DB8-BEC0-03104BA6B3CE}" type="presParOf" srcId="{8F2D8C62-FA32-404D-B2F2-2476DF59A961}" destId="{F7542A10-AC4D-4F3E-9027-2E7E3C3F36F6}" srcOrd="1" destOrd="0" presId="urn:microsoft.com/office/officeart/2018/2/layout/IconVerticalSolidList"/>
    <dgm:cxn modelId="{33854158-5418-455A-9873-650762973017}" type="presParOf" srcId="{8F2D8C62-FA32-404D-B2F2-2476DF59A961}" destId="{D674546F-465C-4646-A636-597D5E55284C}" srcOrd="2" destOrd="0" presId="urn:microsoft.com/office/officeart/2018/2/layout/IconVerticalSolidList"/>
    <dgm:cxn modelId="{91C73F0B-DA3C-48B4-AA7B-B5191B56A688}" type="presParOf" srcId="{8F2D8C62-FA32-404D-B2F2-2476DF59A961}" destId="{5C883EFA-5FE1-4E7D-A588-D39EFCF5D207}" srcOrd="3" destOrd="0" presId="urn:microsoft.com/office/officeart/2018/2/layout/IconVerticalSolidList"/>
    <dgm:cxn modelId="{B8B38A92-5183-4D9F-96CF-EAD7AA94ED5F}" type="presParOf" srcId="{BAAE5B38-973C-4A04-8A4C-E16E384B3364}" destId="{582ACB21-2AF4-4DA6-85DB-2AC00BBA0C31}" srcOrd="5" destOrd="0" presId="urn:microsoft.com/office/officeart/2018/2/layout/IconVerticalSolidList"/>
    <dgm:cxn modelId="{2C5E17A2-C86D-4D91-9CF9-F0F305A9DE6B}" type="presParOf" srcId="{BAAE5B38-973C-4A04-8A4C-E16E384B3364}" destId="{84CB7944-2C06-4251-B2B1-CB1DE24B4938}" srcOrd="6" destOrd="0" presId="urn:microsoft.com/office/officeart/2018/2/layout/IconVerticalSolidList"/>
    <dgm:cxn modelId="{13D51AF9-4A64-44C5-A934-2A170830FC85}" type="presParOf" srcId="{84CB7944-2C06-4251-B2B1-CB1DE24B4938}" destId="{7D1E2C35-1993-40AE-BA0E-E78F5CAAA19C}" srcOrd="0" destOrd="0" presId="urn:microsoft.com/office/officeart/2018/2/layout/IconVerticalSolidList"/>
    <dgm:cxn modelId="{D5234EC9-3365-49B3-9F29-C2ADD562220C}" type="presParOf" srcId="{84CB7944-2C06-4251-B2B1-CB1DE24B4938}" destId="{DA53574B-2595-4880-90F1-23C2C4E691FA}" srcOrd="1" destOrd="0" presId="urn:microsoft.com/office/officeart/2018/2/layout/IconVerticalSolidList"/>
    <dgm:cxn modelId="{2C4296FD-21B9-46F9-B0AC-DD1C9365A55B}" type="presParOf" srcId="{84CB7944-2C06-4251-B2B1-CB1DE24B4938}" destId="{CB44DEE2-44B7-4FBC-AD8E-9275DA82654A}" srcOrd="2" destOrd="0" presId="urn:microsoft.com/office/officeart/2018/2/layout/IconVerticalSolidList"/>
    <dgm:cxn modelId="{202DB727-983D-4160-B161-4998E9759BFF}" type="presParOf" srcId="{84CB7944-2C06-4251-B2B1-CB1DE24B4938}" destId="{932669F8-F9BC-45FF-B07B-D156520780AB}" srcOrd="3" destOrd="0" presId="urn:microsoft.com/office/officeart/2018/2/layout/IconVerticalSolidList"/>
    <dgm:cxn modelId="{57DB753F-21A0-4CB5-80F8-AE2FCE983AD5}" type="presParOf" srcId="{BAAE5B38-973C-4A04-8A4C-E16E384B3364}" destId="{48E6E8F4-C023-4DD9-A73C-5654131E8A8D}" srcOrd="7" destOrd="0" presId="urn:microsoft.com/office/officeart/2018/2/layout/IconVerticalSolidList"/>
    <dgm:cxn modelId="{C7E1BCF3-A6B3-4B75-81D1-26CCC1CF3D11}" type="presParOf" srcId="{BAAE5B38-973C-4A04-8A4C-E16E384B3364}" destId="{9D080818-B0F6-44FA-9673-023B84C0085C}" srcOrd="8" destOrd="0" presId="urn:microsoft.com/office/officeart/2018/2/layout/IconVerticalSolidList"/>
    <dgm:cxn modelId="{82F0783F-9D3F-4E74-9118-94E70B2409FC}" type="presParOf" srcId="{9D080818-B0F6-44FA-9673-023B84C0085C}" destId="{C9B83FC5-4704-47F8-BB79-04DB31CDAA4C}" srcOrd="0" destOrd="0" presId="urn:microsoft.com/office/officeart/2018/2/layout/IconVerticalSolidList"/>
    <dgm:cxn modelId="{0A08514C-3063-485E-999A-566BE32EB695}" type="presParOf" srcId="{9D080818-B0F6-44FA-9673-023B84C0085C}" destId="{BF698C4B-076B-4994-A230-B0A726A7ACB2}" srcOrd="1" destOrd="0" presId="urn:microsoft.com/office/officeart/2018/2/layout/IconVerticalSolidList"/>
    <dgm:cxn modelId="{3C5BE9F1-8A4E-4329-BBF2-200CD1361C3F}" type="presParOf" srcId="{9D080818-B0F6-44FA-9673-023B84C0085C}" destId="{E182E223-31EE-407C-AA61-9CC840875DBE}" srcOrd="2" destOrd="0" presId="urn:microsoft.com/office/officeart/2018/2/layout/IconVerticalSolidList"/>
    <dgm:cxn modelId="{9A22B9A3-2E0E-4402-BA13-AB6BFCD368A1}" type="presParOf" srcId="{9D080818-B0F6-44FA-9673-023B84C0085C}" destId="{5A6FD6B3-39C5-447E-8255-6F43695133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C993B9-6C5E-4792-9B0D-513F185C25A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A98BC4-32D2-4173-BEA5-6D8095BD7EF8}">
      <dgm:prSet/>
      <dgm:spPr/>
      <dgm:t>
        <a:bodyPr/>
        <a:lstStyle/>
        <a:p>
          <a:r>
            <a:rPr lang="es-ES" dirty="0"/>
            <a:t>✅ SPA moderna y funcional con </a:t>
          </a:r>
          <a:r>
            <a:rPr lang="es-ES" dirty="0" err="1"/>
            <a:t>React</a:t>
          </a:r>
          <a:r>
            <a:rPr lang="es-ES" dirty="0"/>
            <a:t>.</a:t>
          </a:r>
          <a:endParaRPr lang="en-US" dirty="0"/>
        </a:p>
      </dgm:t>
    </dgm:pt>
    <dgm:pt modelId="{1CE3AF10-E31E-47E9-BFC0-987C26FA004C}" type="parTrans" cxnId="{18CE3F29-3B62-4132-86C0-E53BC53D5870}">
      <dgm:prSet/>
      <dgm:spPr/>
      <dgm:t>
        <a:bodyPr/>
        <a:lstStyle/>
        <a:p>
          <a:endParaRPr lang="en-US"/>
        </a:p>
      </dgm:t>
    </dgm:pt>
    <dgm:pt modelId="{AFF5EED4-2BCD-4F8E-AD76-4A17A8CD0633}" type="sibTrans" cxnId="{18CE3F29-3B62-4132-86C0-E53BC53D5870}">
      <dgm:prSet/>
      <dgm:spPr/>
      <dgm:t>
        <a:bodyPr/>
        <a:lstStyle/>
        <a:p>
          <a:endParaRPr lang="en-US"/>
        </a:p>
      </dgm:t>
    </dgm:pt>
    <dgm:pt modelId="{421F7C63-7A45-4693-B252-B8AF05C48A3B}">
      <dgm:prSet/>
      <dgm:spPr/>
      <dgm:t>
        <a:bodyPr/>
        <a:lstStyle/>
        <a:p>
          <a:r>
            <a:rPr lang="es-CL"/>
            <a:t>✅ Diseño adaptable con Bootstrap.</a:t>
          </a:r>
          <a:endParaRPr lang="en-US"/>
        </a:p>
      </dgm:t>
    </dgm:pt>
    <dgm:pt modelId="{5E81EC34-162E-40D3-B3E9-FA5133601202}" type="parTrans" cxnId="{AC3FD9EF-8312-4E1C-BB9B-3FAAB635F547}">
      <dgm:prSet/>
      <dgm:spPr/>
      <dgm:t>
        <a:bodyPr/>
        <a:lstStyle/>
        <a:p>
          <a:endParaRPr lang="en-US"/>
        </a:p>
      </dgm:t>
    </dgm:pt>
    <dgm:pt modelId="{33F90437-8DE3-4B31-BFED-932FCDA45902}" type="sibTrans" cxnId="{AC3FD9EF-8312-4E1C-BB9B-3FAAB635F547}">
      <dgm:prSet/>
      <dgm:spPr/>
      <dgm:t>
        <a:bodyPr/>
        <a:lstStyle/>
        <a:p>
          <a:endParaRPr lang="en-US"/>
        </a:p>
      </dgm:t>
    </dgm:pt>
    <dgm:pt modelId="{927F6B12-44AD-4004-9E4D-4E90D1B67087}">
      <dgm:prSet/>
      <dgm:spPr/>
      <dgm:t>
        <a:bodyPr/>
        <a:lstStyle/>
        <a:p>
          <a:r>
            <a:rPr lang="es-ES"/>
            <a:t>✅ Calidad asegurada: 10 pruebas unitarias exitosas con Vitest.</a:t>
          </a:r>
          <a:endParaRPr lang="en-US"/>
        </a:p>
      </dgm:t>
    </dgm:pt>
    <dgm:pt modelId="{5BB98784-15DE-4B1E-8581-1814400DC559}" type="parTrans" cxnId="{EAEDA5F7-F292-431C-84BD-AF2FC5F80DED}">
      <dgm:prSet/>
      <dgm:spPr/>
      <dgm:t>
        <a:bodyPr/>
        <a:lstStyle/>
        <a:p>
          <a:endParaRPr lang="en-US"/>
        </a:p>
      </dgm:t>
    </dgm:pt>
    <dgm:pt modelId="{F678483B-2A85-41D7-8CB6-3DCC8581F69A}" type="sibTrans" cxnId="{EAEDA5F7-F292-431C-84BD-AF2FC5F80DED}">
      <dgm:prSet/>
      <dgm:spPr/>
      <dgm:t>
        <a:bodyPr/>
        <a:lstStyle/>
        <a:p>
          <a:endParaRPr lang="en-US"/>
        </a:p>
      </dgm:t>
    </dgm:pt>
    <dgm:pt modelId="{B9744DE7-8056-4D71-BCB9-5B0E55864A6A}">
      <dgm:prSet/>
      <dgm:spPr/>
      <dgm:t>
        <a:bodyPr/>
        <a:lstStyle/>
        <a:p>
          <a:r>
            <a:rPr lang="es-ES"/>
            <a:t>✅ ¡Todos los requisitos del caso Huerto Hogar cumplidos!</a:t>
          </a:r>
          <a:endParaRPr lang="en-US"/>
        </a:p>
      </dgm:t>
    </dgm:pt>
    <dgm:pt modelId="{FE24FFA6-FB3E-41E1-80BD-CF02231F64B9}" type="parTrans" cxnId="{F0E32304-2DED-49C1-8EB4-C8F97F75B87B}">
      <dgm:prSet/>
      <dgm:spPr/>
      <dgm:t>
        <a:bodyPr/>
        <a:lstStyle/>
        <a:p>
          <a:endParaRPr lang="en-US"/>
        </a:p>
      </dgm:t>
    </dgm:pt>
    <dgm:pt modelId="{170B4267-FEC8-4E8B-9147-50B6BC9E8A92}" type="sibTrans" cxnId="{F0E32304-2DED-49C1-8EB4-C8F97F75B87B}">
      <dgm:prSet/>
      <dgm:spPr/>
      <dgm:t>
        <a:bodyPr/>
        <a:lstStyle/>
        <a:p>
          <a:endParaRPr lang="en-US"/>
        </a:p>
      </dgm:t>
    </dgm:pt>
    <dgm:pt modelId="{0FB01937-8983-4315-84D3-2D95B74BE673}" type="pres">
      <dgm:prSet presAssocID="{B3C993B9-6C5E-4792-9B0D-513F185C25A2}" presName="linear" presStyleCnt="0">
        <dgm:presLayoutVars>
          <dgm:animLvl val="lvl"/>
          <dgm:resizeHandles val="exact"/>
        </dgm:presLayoutVars>
      </dgm:prSet>
      <dgm:spPr/>
    </dgm:pt>
    <dgm:pt modelId="{24A70F9F-DA76-4B8E-8B15-AC7971EC4ED3}" type="pres">
      <dgm:prSet presAssocID="{81A98BC4-32D2-4173-BEA5-6D8095BD7E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BAE07AC-ED98-405F-9FAA-74454C42CE29}" type="pres">
      <dgm:prSet presAssocID="{AFF5EED4-2BCD-4F8E-AD76-4A17A8CD0633}" presName="spacer" presStyleCnt="0"/>
      <dgm:spPr/>
    </dgm:pt>
    <dgm:pt modelId="{927474BD-141C-4457-AFC7-C65D99EA99E5}" type="pres">
      <dgm:prSet presAssocID="{421F7C63-7A45-4693-B252-B8AF05C48A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8888D1-C1D6-4B02-A4E9-FA8EB29C956A}" type="pres">
      <dgm:prSet presAssocID="{33F90437-8DE3-4B31-BFED-932FCDA45902}" presName="spacer" presStyleCnt="0"/>
      <dgm:spPr/>
    </dgm:pt>
    <dgm:pt modelId="{7B30066B-8048-4416-AA57-D7C475211762}" type="pres">
      <dgm:prSet presAssocID="{927F6B12-44AD-4004-9E4D-4E90D1B670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FA788EC-A56E-42F7-B9A1-DDF14E3949B1}" type="pres">
      <dgm:prSet presAssocID="{F678483B-2A85-41D7-8CB6-3DCC8581F69A}" presName="spacer" presStyleCnt="0"/>
      <dgm:spPr/>
    </dgm:pt>
    <dgm:pt modelId="{888D05CD-3FCA-4AFC-9AFD-829CC69D9557}" type="pres">
      <dgm:prSet presAssocID="{B9744DE7-8056-4D71-BCB9-5B0E55864A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E32304-2DED-49C1-8EB4-C8F97F75B87B}" srcId="{B3C993B9-6C5E-4792-9B0D-513F185C25A2}" destId="{B9744DE7-8056-4D71-BCB9-5B0E55864A6A}" srcOrd="3" destOrd="0" parTransId="{FE24FFA6-FB3E-41E1-80BD-CF02231F64B9}" sibTransId="{170B4267-FEC8-4E8B-9147-50B6BC9E8A92}"/>
    <dgm:cxn modelId="{18CE3F29-3B62-4132-86C0-E53BC53D5870}" srcId="{B3C993B9-6C5E-4792-9B0D-513F185C25A2}" destId="{81A98BC4-32D2-4173-BEA5-6D8095BD7EF8}" srcOrd="0" destOrd="0" parTransId="{1CE3AF10-E31E-47E9-BFC0-987C26FA004C}" sibTransId="{AFF5EED4-2BCD-4F8E-AD76-4A17A8CD0633}"/>
    <dgm:cxn modelId="{D9B04B36-382B-4315-A355-8023D2531C8D}" type="presOf" srcId="{B9744DE7-8056-4D71-BCB9-5B0E55864A6A}" destId="{888D05CD-3FCA-4AFC-9AFD-829CC69D9557}" srcOrd="0" destOrd="0" presId="urn:microsoft.com/office/officeart/2005/8/layout/vList2"/>
    <dgm:cxn modelId="{EB17A87F-8BE7-41E4-99B7-2687A8A399A2}" type="presOf" srcId="{421F7C63-7A45-4693-B252-B8AF05C48A3B}" destId="{927474BD-141C-4457-AFC7-C65D99EA99E5}" srcOrd="0" destOrd="0" presId="urn:microsoft.com/office/officeart/2005/8/layout/vList2"/>
    <dgm:cxn modelId="{F2059E8A-2574-4AA8-9C84-FCE83D479553}" type="presOf" srcId="{B3C993B9-6C5E-4792-9B0D-513F185C25A2}" destId="{0FB01937-8983-4315-84D3-2D95B74BE673}" srcOrd="0" destOrd="0" presId="urn:microsoft.com/office/officeart/2005/8/layout/vList2"/>
    <dgm:cxn modelId="{3DA2E8C2-7D8A-4E4E-9C72-D9268EBA93B4}" type="presOf" srcId="{81A98BC4-32D2-4173-BEA5-6D8095BD7EF8}" destId="{24A70F9F-DA76-4B8E-8B15-AC7971EC4ED3}" srcOrd="0" destOrd="0" presId="urn:microsoft.com/office/officeart/2005/8/layout/vList2"/>
    <dgm:cxn modelId="{AF688BEC-BB72-41AE-B329-BB42159BEE09}" type="presOf" srcId="{927F6B12-44AD-4004-9E4D-4E90D1B67087}" destId="{7B30066B-8048-4416-AA57-D7C475211762}" srcOrd="0" destOrd="0" presId="urn:microsoft.com/office/officeart/2005/8/layout/vList2"/>
    <dgm:cxn modelId="{AC3FD9EF-8312-4E1C-BB9B-3FAAB635F547}" srcId="{B3C993B9-6C5E-4792-9B0D-513F185C25A2}" destId="{421F7C63-7A45-4693-B252-B8AF05C48A3B}" srcOrd="1" destOrd="0" parTransId="{5E81EC34-162E-40D3-B3E9-FA5133601202}" sibTransId="{33F90437-8DE3-4B31-BFED-932FCDA45902}"/>
    <dgm:cxn modelId="{EAEDA5F7-F292-431C-84BD-AF2FC5F80DED}" srcId="{B3C993B9-6C5E-4792-9B0D-513F185C25A2}" destId="{927F6B12-44AD-4004-9E4D-4E90D1B67087}" srcOrd="2" destOrd="0" parTransId="{5BB98784-15DE-4B1E-8581-1814400DC559}" sibTransId="{F678483B-2A85-41D7-8CB6-3DCC8581F69A}"/>
    <dgm:cxn modelId="{387B00F5-F70E-4FDA-8B67-B6708E7DC3D5}" type="presParOf" srcId="{0FB01937-8983-4315-84D3-2D95B74BE673}" destId="{24A70F9F-DA76-4B8E-8B15-AC7971EC4ED3}" srcOrd="0" destOrd="0" presId="urn:microsoft.com/office/officeart/2005/8/layout/vList2"/>
    <dgm:cxn modelId="{522FD162-7AFC-44F4-A30E-6C43224D7728}" type="presParOf" srcId="{0FB01937-8983-4315-84D3-2D95B74BE673}" destId="{1BAE07AC-ED98-405F-9FAA-74454C42CE29}" srcOrd="1" destOrd="0" presId="urn:microsoft.com/office/officeart/2005/8/layout/vList2"/>
    <dgm:cxn modelId="{EB0B2BC1-8325-4429-84C1-E09A7C029874}" type="presParOf" srcId="{0FB01937-8983-4315-84D3-2D95B74BE673}" destId="{927474BD-141C-4457-AFC7-C65D99EA99E5}" srcOrd="2" destOrd="0" presId="urn:microsoft.com/office/officeart/2005/8/layout/vList2"/>
    <dgm:cxn modelId="{9F196121-3070-4D72-84BE-CFEF19252A06}" type="presParOf" srcId="{0FB01937-8983-4315-84D3-2D95B74BE673}" destId="{848888D1-C1D6-4B02-A4E9-FA8EB29C956A}" srcOrd="3" destOrd="0" presId="urn:microsoft.com/office/officeart/2005/8/layout/vList2"/>
    <dgm:cxn modelId="{4FF376FC-04A5-4FFF-AF48-2A099CB21125}" type="presParOf" srcId="{0FB01937-8983-4315-84D3-2D95B74BE673}" destId="{7B30066B-8048-4416-AA57-D7C475211762}" srcOrd="4" destOrd="0" presId="urn:microsoft.com/office/officeart/2005/8/layout/vList2"/>
    <dgm:cxn modelId="{A44F6756-10B8-4764-A2F7-AA90A04F8D6B}" type="presParOf" srcId="{0FB01937-8983-4315-84D3-2D95B74BE673}" destId="{CFA788EC-A56E-42F7-B9A1-DDF14E3949B1}" srcOrd="5" destOrd="0" presId="urn:microsoft.com/office/officeart/2005/8/layout/vList2"/>
    <dgm:cxn modelId="{D0C8DEBB-D88D-4A6C-8D3A-8CDE4252741A}" type="presParOf" srcId="{0FB01937-8983-4315-84D3-2D95B74BE673}" destId="{888D05CD-3FCA-4AFC-9AFD-829CC69D955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1415E-A664-4AEE-9B97-025AA0FE8AC4}">
      <dsp:nvSpPr>
        <dsp:cNvPr id="0" name=""/>
        <dsp:cNvSpPr/>
      </dsp:nvSpPr>
      <dsp:spPr>
        <a:xfrm>
          <a:off x="0" y="4325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8D484-E607-4E15-AD2F-3809F88D54BE}">
      <dsp:nvSpPr>
        <dsp:cNvPr id="0" name=""/>
        <dsp:cNvSpPr/>
      </dsp:nvSpPr>
      <dsp:spPr>
        <a:xfrm>
          <a:off x="278677" y="211606"/>
          <a:ext cx="506686" cy="5066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14340-BB99-4AF4-BD27-D05440B7A5E4}">
      <dsp:nvSpPr>
        <dsp:cNvPr id="0" name=""/>
        <dsp:cNvSpPr/>
      </dsp:nvSpPr>
      <dsp:spPr>
        <a:xfrm>
          <a:off x="1064041" y="4325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b="0" i="0" kern="1200" baseline="0" dirty="0"/>
            <a:t>Diseño del Proyecto: SPA con </a:t>
          </a:r>
          <a:r>
            <a:rPr lang="es-CL" sz="1900" b="0" i="0" kern="1200" baseline="0" dirty="0" err="1"/>
            <a:t>React</a:t>
          </a:r>
          <a:endParaRPr lang="en-US" sz="1900" kern="1200" dirty="0"/>
        </a:p>
      </dsp:txBody>
      <dsp:txXfrm>
        <a:off x="1064041" y="4325"/>
        <a:ext cx="4111342" cy="921248"/>
      </dsp:txXfrm>
    </dsp:sp>
    <dsp:sp modelId="{622510FA-B59C-4141-B758-7FE1B8D9B6C6}">
      <dsp:nvSpPr>
        <dsp:cNvPr id="0" name=""/>
        <dsp:cNvSpPr/>
      </dsp:nvSpPr>
      <dsp:spPr>
        <a:xfrm>
          <a:off x="0" y="1155885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26D59-D102-4581-A5FD-48BFEE3033C1}">
      <dsp:nvSpPr>
        <dsp:cNvPr id="0" name=""/>
        <dsp:cNvSpPr/>
      </dsp:nvSpPr>
      <dsp:spPr>
        <a:xfrm>
          <a:off x="278677" y="1363166"/>
          <a:ext cx="506686" cy="5066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0EDAF-8B64-4174-9F8B-400FF2AC693F}">
      <dsp:nvSpPr>
        <dsp:cNvPr id="0" name=""/>
        <dsp:cNvSpPr/>
      </dsp:nvSpPr>
      <dsp:spPr>
        <a:xfrm>
          <a:off x="1064041" y="1155885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b="0" i="0" kern="1200" baseline="0" dirty="0"/>
            <a:t>Componentes </a:t>
          </a:r>
          <a:r>
            <a:rPr lang="es-CL" sz="1900" b="0" i="0" kern="1200" baseline="0" dirty="0" err="1"/>
            <a:t>React</a:t>
          </a:r>
          <a:r>
            <a:rPr lang="es-CL" sz="1900" b="0" i="0" kern="1200" baseline="0" dirty="0"/>
            <a:t> y Diseño Adaptable</a:t>
          </a:r>
          <a:endParaRPr lang="en-US" sz="1900" kern="1200" dirty="0"/>
        </a:p>
      </dsp:txBody>
      <dsp:txXfrm>
        <a:off x="1064041" y="1155885"/>
        <a:ext cx="4111342" cy="921248"/>
      </dsp:txXfrm>
    </dsp:sp>
    <dsp:sp modelId="{C0AD9B8E-3A06-448F-A1AF-A6251E7A5CFE}">
      <dsp:nvSpPr>
        <dsp:cNvPr id="0" name=""/>
        <dsp:cNvSpPr/>
      </dsp:nvSpPr>
      <dsp:spPr>
        <a:xfrm>
          <a:off x="0" y="2307446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42A10-AC4D-4F3E-9027-2E7E3C3F36F6}">
      <dsp:nvSpPr>
        <dsp:cNvPr id="0" name=""/>
        <dsp:cNvSpPr/>
      </dsp:nvSpPr>
      <dsp:spPr>
        <a:xfrm>
          <a:off x="278677" y="2514727"/>
          <a:ext cx="506686" cy="5066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83EFA-5FE1-4E7D-A588-D39EFCF5D207}">
      <dsp:nvSpPr>
        <dsp:cNvPr id="0" name=""/>
        <dsp:cNvSpPr/>
      </dsp:nvSpPr>
      <dsp:spPr>
        <a:xfrm>
          <a:off x="1064041" y="2307446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b="0" i="0" kern="1200" baseline="0"/>
            <a:t>Demostración de Pruebas Unitarias</a:t>
          </a:r>
          <a:endParaRPr lang="en-US" sz="1900" kern="1200"/>
        </a:p>
      </dsp:txBody>
      <dsp:txXfrm>
        <a:off x="1064041" y="2307446"/>
        <a:ext cx="4111342" cy="921248"/>
      </dsp:txXfrm>
    </dsp:sp>
    <dsp:sp modelId="{7D1E2C35-1993-40AE-BA0E-E78F5CAAA19C}">
      <dsp:nvSpPr>
        <dsp:cNvPr id="0" name=""/>
        <dsp:cNvSpPr/>
      </dsp:nvSpPr>
      <dsp:spPr>
        <a:xfrm>
          <a:off x="0" y="3459006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3574B-2595-4880-90F1-23C2C4E691FA}">
      <dsp:nvSpPr>
        <dsp:cNvPr id="0" name=""/>
        <dsp:cNvSpPr/>
      </dsp:nvSpPr>
      <dsp:spPr>
        <a:xfrm>
          <a:off x="278677" y="3666287"/>
          <a:ext cx="506686" cy="5066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669F8-F9BC-45FF-B07B-D156520780AB}">
      <dsp:nvSpPr>
        <dsp:cNvPr id="0" name=""/>
        <dsp:cNvSpPr/>
      </dsp:nvSpPr>
      <dsp:spPr>
        <a:xfrm>
          <a:off x="1064041" y="3459006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b="0" i="0" kern="1200" baseline="0"/>
            <a:t>Proceso de Testing Implementado</a:t>
          </a:r>
          <a:endParaRPr lang="en-US" sz="1900" kern="1200"/>
        </a:p>
      </dsp:txBody>
      <dsp:txXfrm>
        <a:off x="1064041" y="3459006"/>
        <a:ext cx="4111342" cy="921248"/>
      </dsp:txXfrm>
    </dsp:sp>
    <dsp:sp modelId="{C9B83FC5-4704-47F8-BB79-04DB31CDAA4C}">
      <dsp:nvSpPr>
        <dsp:cNvPr id="0" name=""/>
        <dsp:cNvSpPr/>
      </dsp:nvSpPr>
      <dsp:spPr>
        <a:xfrm>
          <a:off x="0" y="4610567"/>
          <a:ext cx="5175384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698C4B-076B-4994-A230-B0A726A7ACB2}">
      <dsp:nvSpPr>
        <dsp:cNvPr id="0" name=""/>
        <dsp:cNvSpPr/>
      </dsp:nvSpPr>
      <dsp:spPr>
        <a:xfrm>
          <a:off x="278677" y="4817848"/>
          <a:ext cx="506686" cy="5066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FD6B3-39C5-447E-8255-6F4369513375}">
      <dsp:nvSpPr>
        <dsp:cNvPr id="0" name=""/>
        <dsp:cNvSpPr/>
      </dsp:nvSpPr>
      <dsp:spPr>
        <a:xfrm>
          <a:off x="1064041" y="4610567"/>
          <a:ext cx="4111342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900" b="0" i="0" kern="1200" baseline="0"/>
            <a:t>Conclusiones</a:t>
          </a:r>
          <a:endParaRPr lang="en-US" sz="1900" kern="1200"/>
        </a:p>
      </dsp:txBody>
      <dsp:txXfrm>
        <a:off x="1064041" y="4610567"/>
        <a:ext cx="4111342" cy="9212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A70F9F-DA76-4B8E-8B15-AC7971EC4ED3}">
      <dsp:nvSpPr>
        <dsp:cNvPr id="0" name=""/>
        <dsp:cNvSpPr/>
      </dsp:nvSpPr>
      <dsp:spPr>
        <a:xfrm>
          <a:off x="0" y="376950"/>
          <a:ext cx="5175384" cy="1137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✅ SPA moderna y funcional con </a:t>
          </a:r>
          <a:r>
            <a:rPr lang="es-ES" sz="2700" kern="1200" dirty="0" err="1"/>
            <a:t>React</a:t>
          </a:r>
          <a:r>
            <a:rPr lang="es-ES" sz="2700" kern="1200" dirty="0"/>
            <a:t>.</a:t>
          </a:r>
          <a:endParaRPr lang="en-US" sz="2700" kern="1200" dirty="0"/>
        </a:p>
      </dsp:txBody>
      <dsp:txXfrm>
        <a:off x="55515" y="432465"/>
        <a:ext cx="5064354" cy="1026210"/>
      </dsp:txXfrm>
    </dsp:sp>
    <dsp:sp modelId="{927474BD-141C-4457-AFC7-C65D99EA99E5}">
      <dsp:nvSpPr>
        <dsp:cNvPr id="0" name=""/>
        <dsp:cNvSpPr/>
      </dsp:nvSpPr>
      <dsp:spPr>
        <a:xfrm>
          <a:off x="0" y="1591950"/>
          <a:ext cx="5175384" cy="11372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/>
            <a:t>✅ Diseño adaptable con Bootstrap.</a:t>
          </a:r>
          <a:endParaRPr lang="en-US" sz="2700" kern="1200"/>
        </a:p>
      </dsp:txBody>
      <dsp:txXfrm>
        <a:off x="55515" y="1647465"/>
        <a:ext cx="5064354" cy="1026210"/>
      </dsp:txXfrm>
    </dsp:sp>
    <dsp:sp modelId="{7B30066B-8048-4416-AA57-D7C475211762}">
      <dsp:nvSpPr>
        <dsp:cNvPr id="0" name=""/>
        <dsp:cNvSpPr/>
      </dsp:nvSpPr>
      <dsp:spPr>
        <a:xfrm>
          <a:off x="0" y="2806950"/>
          <a:ext cx="5175384" cy="11372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✅ Calidad asegurada: 10 pruebas unitarias exitosas con Vitest.</a:t>
          </a:r>
          <a:endParaRPr lang="en-US" sz="2700" kern="1200"/>
        </a:p>
      </dsp:txBody>
      <dsp:txXfrm>
        <a:off x="55515" y="2862465"/>
        <a:ext cx="5064354" cy="1026210"/>
      </dsp:txXfrm>
    </dsp:sp>
    <dsp:sp modelId="{888D05CD-3FCA-4AFC-9AFD-829CC69D9557}">
      <dsp:nvSpPr>
        <dsp:cNvPr id="0" name=""/>
        <dsp:cNvSpPr/>
      </dsp:nvSpPr>
      <dsp:spPr>
        <a:xfrm>
          <a:off x="0" y="4021950"/>
          <a:ext cx="5175384" cy="11372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✅ ¡Todos los requisitos del caso Huerto Hogar cumplidos!</a:t>
          </a:r>
          <a:endParaRPr lang="en-US" sz="2700" kern="1200"/>
        </a:p>
      </dsp:txBody>
      <dsp:txXfrm>
        <a:off x="55515" y="4077465"/>
        <a:ext cx="5064354" cy="1026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161" y="3577456"/>
            <a:ext cx="8182230" cy="168781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Frontend Moderno con React y </a:t>
            </a:r>
            <a:r>
              <a:rPr lang="es-CL" dirty="0"/>
              <a:t>Pruebas</a:t>
            </a:r>
            <a:r>
              <a:rPr dirty="0"/>
              <a:t> </a:t>
            </a:r>
            <a:r>
              <a:rPr lang="es-CL" dirty="0"/>
              <a:t>Unitarias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160" y="5660607"/>
            <a:ext cx="8182233" cy="55265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DSY1104 </a:t>
            </a:r>
            <a:r>
              <a:rPr lang="es-CL" dirty="0"/>
              <a:t>–</a:t>
            </a:r>
            <a:r>
              <a:rPr dirty="0"/>
              <a:t> </a:t>
            </a:r>
            <a:r>
              <a:rPr lang="es-CL" dirty="0"/>
              <a:t>Cristofer San Martin</a:t>
            </a:r>
            <a:endParaRPr lang="es-CL"/>
          </a:p>
        </p:txBody>
      </p:sp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65B631E-1972-97B5-56C3-892080940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431" y="628470"/>
            <a:ext cx="4829691" cy="2668403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5509052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CL" sz="3300"/>
              <a:t>Agenda de Presentación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2AEA128E-7E1D-37D3-CD7A-E90AF80411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1562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16190D-028D-287D-AA46-C08C5039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anchor="ctr">
            <a:normAutofit/>
          </a:bodyPr>
          <a:lstStyle/>
          <a:p>
            <a:r>
              <a:rPr lang="es-ES" sz="3600" dirty="0"/>
              <a:t>Diseño SPA con </a:t>
            </a:r>
            <a:r>
              <a:rPr lang="es-ES" sz="3600" dirty="0" err="1"/>
              <a:t>React</a:t>
            </a:r>
            <a:r>
              <a:rPr lang="es-ES" sz="3600" dirty="0"/>
              <a:t> y </a:t>
            </a:r>
            <a:r>
              <a:rPr lang="es-ES" sz="3600" dirty="0" err="1"/>
              <a:t>React</a:t>
            </a:r>
            <a:r>
              <a:rPr lang="es-ES" sz="3600" dirty="0"/>
              <a:t> </a:t>
            </a:r>
            <a:r>
              <a:rPr lang="es-ES" sz="3600" dirty="0" err="1"/>
              <a:t>Router</a:t>
            </a:r>
            <a:endParaRPr lang="es-CL" sz="3300" dirty="0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onnsiteX0" fmla="*/ 0 w 13716"/>
              <a:gd name="connsiteY0" fmla="*/ 0 h 5590381"/>
              <a:gd name="connsiteX1" fmla="*/ 13716 w 13716"/>
              <a:gd name="connsiteY1" fmla="*/ 0 h 5590381"/>
              <a:gd name="connsiteX2" fmla="*/ 13716 w 13716"/>
              <a:gd name="connsiteY2" fmla="*/ 754701 h 5590381"/>
              <a:gd name="connsiteX3" fmla="*/ 13716 w 13716"/>
              <a:gd name="connsiteY3" fmla="*/ 1565307 h 5590381"/>
              <a:gd name="connsiteX4" fmla="*/ 13716 w 13716"/>
              <a:gd name="connsiteY4" fmla="*/ 2152297 h 5590381"/>
              <a:gd name="connsiteX5" fmla="*/ 13716 w 13716"/>
              <a:gd name="connsiteY5" fmla="*/ 2906998 h 5590381"/>
              <a:gd name="connsiteX6" fmla="*/ 13716 w 13716"/>
              <a:gd name="connsiteY6" fmla="*/ 3549892 h 5590381"/>
              <a:gd name="connsiteX7" fmla="*/ 13716 w 13716"/>
              <a:gd name="connsiteY7" fmla="*/ 4080978 h 5590381"/>
              <a:gd name="connsiteX8" fmla="*/ 13716 w 13716"/>
              <a:gd name="connsiteY8" fmla="*/ 4835680 h 5590381"/>
              <a:gd name="connsiteX9" fmla="*/ 13716 w 13716"/>
              <a:gd name="connsiteY9" fmla="*/ 5590381 h 5590381"/>
              <a:gd name="connsiteX10" fmla="*/ 0 w 13716"/>
              <a:gd name="connsiteY10" fmla="*/ 5590381 h 5590381"/>
              <a:gd name="connsiteX11" fmla="*/ 0 w 13716"/>
              <a:gd name="connsiteY11" fmla="*/ 4835680 h 5590381"/>
              <a:gd name="connsiteX12" fmla="*/ 0 w 13716"/>
              <a:gd name="connsiteY12" fmla="*/ 4304593 h 5590381"/>
              <a:gd name="connsiteX13" fmla="*/ 0 w 13716"/>
              <a:gd name="connsiteY13" fmla="*/ 3773507 h 5590381"/>
              <a:gd name="connsiteX14" fmla="*/ 0 w 13716"/>
              <a:gd name="connsiteY14" fmla="*/ 3186517 h 5590381"/>
              <a:gd name="connsiteX15" fmla="*/ 0 w 13716"/>
              <a:gd name="connsiteY15" fmla="*/ 2487720 h 5590381"/>
              <a:gd name="connsiteX16" fmla="*/ 0 w 13716"/>
              <a:gd name="connsiteY16" fmla="*/ 1956633 h 5590381"/>
              <a:gd name="connsiteX17" fmla="*/ 0 w 13716"/>
              <a:gd name="connsiteY17" fmla="*/ 1425547 h 5590381"/>
              <a:gd name="connsiteX18" fmla="*/ 0 w 13716"/>
              <a:gd name="connsiteY18" fmla="*/ 614942 h 5590381"/>
              <a:gd name="connsiteX19" fmla="*/ 0 w 13716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Texto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0906125-F12C-C1E8-28AC-D193F2150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823172"/>
            <a:ext cx="4343769" cy="2964621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378284-2435-64B6-0CD9-F63C59DF6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2" y="4257369"/>
            <a:ext cx="5170932" cy="1969696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2000" b="1" dirty="0"/>
              <a:t>SPA:</a:t>
            </a:r>
            <a:r>
              <a:rPr lang="es-ES" sz="2000" dirty="0"/>
              <a:t> Carga única = </a:t>
            </a:r>
            <a:r>
              <a:rPr lang="es-ES" sz="2000" b="1" dirty="0"/>
              <a:t>¡Más Rápido!</a:t>
            </a:r>
            <a:r>
              <a:rPr lang="es-ES" sz="2000" dirty="0"/>
              <a:t> 🚀 (</a:t>
            </a:r>
            <a:r>
              <a:rPr lang="es-ES" sz="2000" dirty="0" err="1"/>
              <a:t>React</a:t>
            </a:r>
            <a:r>
              <a:rPr lang="es-ES" sz="2000" dirty="0"/>
              <a:t> actualiza, no recarga)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2000" b="1" dirty="0"/>
              <a:t>Componentes:</a:t>
            </a:r>
            <a:r>
              <a:rPr lang="es-ES" sz="2000" dirty="0"/>
              <a:t> Código ordenado y </a:t>
            </a:r>
            <a:r>
              <a:rPr lang="es-ES" sz="2000" b="1" dirty="0"/>
              <a:t>Reutilizable</a:t>
            </a:r>
            <a:r>
              <a:rPr lang="es-ES" sz="2000" dirty="0"/>
              <a:t> (</a:t>
            </a:r>
            <a:r>
              <a:rPr lang="es-ES" sz="2000" dirty="0" err="1"/>
              <a:t>Ej</a:t>
            </a:r>
            <a:r>
              <a:rPr lang="es-ES" sz="2000" dirty="0"/>
              <a:t>: </a:t>
            </a:r>
            <a:r>
              <a:rPr lang="es-ES" sz="2000" dirty="0" err="1"/>
              <a:t>ProductCard</a:t>
            </a:r>
            <a:r>
              <a:rPr lang="es-ES" sz="2000" dirty="0"/>
              <a:t>).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2000" b="1" dirty="0" err="1"/>
              <a:t>React</a:t>
            </a:r>
            <a:r>
              <a:rPr lang="es-ES" sz="2000" b="1" dirty="0"/>
              <a:t> </a:t>
            </a:r>
            <a:r>
              <a:rPr lang="es-ES" sz="2000" b="1" dirty="0" err="1"/>
              <a:t>Router</a:t>
            </a:r>
            <a:r>
              <a:rPr lang="es-ES" sz="2000" b="1" dirty="0"/>
              <a:t>:</a:t>
            </a:r>
            <a:r>
              <a:rPr lang="es-ES" sz="2000" dirty="0"/>
              <a:t> </a:t>
            </a:r>
            <a:r>
              <a:rPr lang="es-ES" sz="2000" b="1" dirty="0"/>
              <a:t>Navegación</a:t>
            </a:r>
            <a:r>
              <a:rPr lang="es-ES" sz="2000" dirty="0"/>
              <a:t> por URL (Muestra la página correcta).</a:t>
            </a:r>
            <a:endParaRPr lang="es-ES" sz="1900" b="1" dirty="0"/>
          </a:p>
        </p:txBody>
      </p:sp>
    </p:spTree>
    <p:extLst>
      <p:ext uri="{BB962C8B-B14F-4D97-AF65-F5344CB8AC3E}">
        <p14:creationId xmlns:p14="http://schemas.microsoft.com/office/powerpoint/2010/main" val="131593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54CED-1EE0-4463-480B-33F07A02C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4005C71-C348-986E-C5E5-D7A30B2BD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60306-2320-40F4-25BD-921E759C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98" y="640823"/>
            <a:ext cx="2772154" cy="5583148"/>
          </a:xfrm>
        </p:spPr>
        <p:txBody>
          <a:bodyPr anchor="ctr">
            <a:normAutofit/>
          </a:bodyPr>
          <a:lstStyle/>
          <a:p>
            <a:r>
              <a:rPr lang="es-ES" sz="3600" dirty="0"/>
              <a:t>Componentes Datos(</a:t>
            </a:r>
            <a:r>
              <a:rPr lang="es-ES" sz="3600" dirty="0" err="1"/>
              <a:t>Props</a:t>
            </a:r>
            <a:r>
              <a:rPr lang="es-ES" sz="3600" dirty="0"/>
              <a:t>/Estado) y Diseño Adaptable</a:t>
            </a:r>
            <a:endParaRPr lang="es-ES" sz="3300" dirty="0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C139ACE1-0A1D-26F4-642F-A8C6FA822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onnsiteX0" fmla="*/ 0 w 13716"/>
              <a:gd name="connsiteY0" fmla="*/ 0 h 5590381"/>
              <a:gd name="connsiteX1" fmla="*/ 13716 w 13716"/>
              <a:gd name="connsiteY1" fmla="*/ 0 h 5590381"/>
              <a:gd name="connsiteX2" fmla="*/ 13716 w 13716"/>
              <a:gd name="connsiteY2" fmla="*/ 754701 h 5590381"/>
              <a:gd name="connsiteX3" fmla="*/ 13716 w 13716"/>
              <a:gd name="connsiteY3" fmla="*/ 1565307 h 5590381"/>
              <a:gd name="connsiteX4" fmla="*/ 13716 w 13716"/>
              <a:gd name="connsiteY4" fmla="*/ 2152297 h 5590381"/>
              <a:gd name="connsiteX5" fmla="*/ 13716 w 13716"/>
              <a:gd name="connsiteY5" fmla="*/ 2906998 h 5590381"/>
              <a:gd name="connsiteX6" fmla="*/ 13716 w 13716"/>
              <a:gd name="connsiteY6" fmla="*/ 3549892 h 5590381"/>
              <a:gd name="connsiteX7" fmla="*/ 13716 w 13716"/>
              <a:gd name="connsiteY7" fmla="*/ 4080978 h 5590381"/>
              <a:gd name="connsiteX8" fmla="*/ 13716 w 13716"/>
              <a:gd name="connsiteY8" fmla="*/ 4835680 h 5590381"/>
              <a:gd name="connsiteX9" fmla="*/ 13716 w 13716"/>
              <a:gd name="connsiteY9" fmla="*/ 5590381 h 5590381"/>
              <a:gd name="connsiteX10" fmla="*/ 0 w 13716"/>
              <a:gd name="connsiteY10" fmla="*/ 5590381 h 5590381"/>
              <a:gd name="connsiteX11" fmla="*/ 0 w 13716"/>
              <a:gd name="connsiteY11" fmla="*/ 4835680 h 5590381"/>
              <a:gd name="connsiteX12" fmla="*/ 0 w 13716"/>
              <a:gd name="connsiteY12" fmla="*/ 4304593 h 5590381"/>
              <a:gd name="connsiteX13" fmla="*/ 0 w 13716"/>
              <a:gd name="connsiteY13" fmla="*/ 3773507 h 5590381"/>
              <a:gd name="connsiteX14" fmla="*/ 0 w 13716"/>
              <a:gd name="connsiteY14" fmla="*/ 3186517 h 5590381"/>
              <a:gd name="connsiteX15" fmla="*/ 0 w 13716"/>
              <a:gd name="connsiteY15" fmla="*/ 2487720 h 5590381"/>
              <a:gd name="connsiteX16" fmla="*/ 0 w 13716"/>
              <a:gd name="connsiteY16" fmla="*/ 1956633 h 5590381"/>
              <a:gd name="connsiteX17" fmla="*/ 0 w 13716"/>
              <a:gd name="connsiteY17" fmla="*/ 1425547 h 5590381"/>
              <a:gd name="connsiteX18" fmla="*/ 0 w 13716"/>
              <a:gd name="connsiteY18" fmla="*/ 614942 h 5590381"/>
              <a:gd name="connsiteX19" fmla="*/ 0 w 13716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E41B0-BC9A-3E20-8907-71AC2E471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6557" y="4326629"/>
            <a:ext cx="5170932" cy="1428487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1900" b="1" dirty="0" err="1"/>
              <a:t>Props</a:t>
            </a:r>
            <a:r>
              <a:rPr lang="es-ES" sz="1900" b="1" dirty="0"/>
              <a:t>:</a:t>
            </a:r>
            <a:r>
              <a:rPr lang="es-ES" sz="1900" dirty="0"/>
              <a:t> Cómo paso datos (Padre -&gt; Hijo, </a:t>
            </a:r>
            <a:r>
              <a:rPr lang="es-ES" sz="1900" dirty="0" err="1"/>
              <a:t>ej</a:t>
            </a:r>
            <a:r>
              <a:rPr lang="es-ES" sz="1900" dirty="0"/>
              <a:t>: </a:t>
            </a:r>
            <a:r>
              <a:rPr lang="es-ES" sz="1900" dirty="0" err="1"/>
              <a:t>product</a:t>
            </a:r>
            <a:r>
              <a:rPr lang="es-ES" sz="1900" dirty="0"/>
              <a:t> a </a:t>
            </a:r>
            <a:r>
              <a:rPr lang="es-ES" sz="1900" dirty="0" err="1"/>
              <a:t>ProductCard</a:t>
            </a:r>
            <a:r>
              <a:rPr lang="es-ES" sz="1900" dirty="0"/>
              <a:t>).</a:t>
            </a:r>
            <a:endParaRPr lang="es-ES" sz="19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CL" sz="1900" b="1" dirty="0"/>
              <a:t>Estado (</a:t>
            </a:r>
            <a:r>
              <a:rPr lang="es-CL" sz="1900" b="1" dirty="0" err="1"/>
              <a:t>useState</a:t>
            </a:r>
            <a:r>
              <a:rPr lang="es-CL" sz="1900" b="1" dirty="0"/>
              <a:t>):</a:t>
            </a:r>
            <a:r>
              <a:rPr lang="es-CL" sz="1900" dirty="0"/>
              <a:t> </a:t>
            </a:r>
            <a:r>
              <a:rPr lang="es-CL" sz="1900" b="1" dirty="0"/>
              <a:t>Memoria</a:t>
            </a:r>
            <a:r>
              <a:rPr lang="es-CL" sz="1900" dirty="0"/>
              <a:t> del componente (</a:t>
            </a:r>
            <a:r>
              <a:rPr lang="es-CL" sz="1900" dirty="0" err="1"/>
              <a:t>ej</a:t>
            </a:r>
            <a:r>
              <a:rPr lang="es-CL" sz="1900" dirty="0"/>
              <a:t>: </a:t>
            </a:r>
            <a:r>
              <a:rPr lang="es-CL" sz="1900" dirty="0" err="1"/>
              <a:t>searchTerm</a:t>
            </a:r>
            <a:r>
              <a:rPr lang="es-CL" sz="1900" dirty="0"/>
              <a:t> para filtrar). ¡Causa </a:t>
            </a:r>
            <a:r>
              <a:rPr lang="es-CL" sz="1900" b="1" dirty="0"/>
              <a:t>Reactividad</a:t>
            </a:r>
            <a:r>
              <a:rPr lang="es-CL" sz="1900" dirty="0"/>
              <a:t>!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1900" b="1" dirty="0"/>
              <a:t>Bootstrap: </a:t>
            </a:r>
            <a:r>
              <a:rPr lang="es-ES" sz="1900" dirty="0"/>
              <a:t>Clases (col-md-3) para diseño </a:t>
            </a:r>
            <a:r>
              <a:rPr lang="es-ES" sz="1900" b="1" dirty="0"/>
              <a:t>Adaptable</a:t>
            </a:r>
            <a:r>
              <a:rPr lang="es-ES" sz="1900" dirty="0"/>
              <a:t> (móvil/escritorio).</a:t>
            </a:r>
            <a:endParaRPr lang="en-US" sz="1900" dirty="0"/>
          </a:p>
          <a:p>
            <a:pPr>
              <a:lnSpc>
                <a:spcPct val="90000"/>
              </a:lnSpc>
            </a:pPr>
            <a:endParaRPr lang="en-US" sz="1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9D5ECF-20E3-15A8-6E2A-BC16DAD66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756" y="466194"/>
            <a:ext cx="4905375" cy="2286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96593E7-0C76-5C4C-0CAD-0A24530F3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856" y="752386"/>
            <a:ext cx="4867275" cy="16383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58656C1-8ECC-5CA9-737A-806F6DC1B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378" y="2454180"/>
            <a:ext cx="401002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6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anchor="ctr">
            <a:normAutofit/>
          </a:bodyPr>
          <a:lstStyle/>
          <a:p>
            <a:r>
              <a:rPr lang="es-ES" sz="3300" dirty="0"/>
              <a:t>Demostrando Calidad: Pruebas con </a:t>
            </a:r>
            <a:r>
              <a:rPr lang="es-ES" sz="3300" dirty="0" err="1"/>
              <a:t>Vitest</a:t>
            </a:r>
            <a:endParaRPr lang="es-ES" sz="3300" dirty="0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onnsiteX0" fmla="*/ 0 w 13716"/>
              <a:gd name="connsiteY0" fmla="*/ 0 h 5590381"/>
              <a:gd name="connsiteX1" fmla="*/ 13716 w 13716"/>
              <a:gd name="connsiteY1" fmla="*/ 0 h 5590381"/>
              <a:gd name="connsiteX2" fmla="*/ 13716 w 13716"/>
              <a:gd name="connsiteY2" fmla="*/ 754701 h 5590381"/>
              <a:gd name="connsiteX3" fmla="*/ 13716 w 13716"/>
              <a:gd name="connsiteY3" fmla="*/ 1565307 h 5590381"/>
              <a:gd name="connsiteX4" fmla="*/ 13716 w 13716"/>
              <a:gd name="connsiteY4" fmla="*/ 2152297 h 5590381"/>
              <a:gd name="connsiteX5" fmla="*/ 13716 w 13716"/>
              <a:gd name="connsiteY5" fmla="*/ 2906998 h 5590381"/>
              <a:gd name="connsiteX6" fmla="*/ 13716 w 13716"/>
              <a:gd name="connsiteY6" fmla="*/ 3549892 h 5590381"/>
              <a:gd name="connsiteX7" fmla="*/ 13716 w 13716"/>
              <a:gd name="connsiteY7" fmla="*/ 4080978 h 5590381"/>
              <a:gd name="connsiteX8" fmla="*/ 13716 w 13716"/>
              <a:gd name="connsiteY8" fmla="*/ 4835680 h 5590381"/>
              <a:gd name="connsiteX9" fmla="*/ 13716 w 13716"/>
              <a:gd name="connsiteY9" fmla="*/ 5590381 h 5590381"/>
              <a:gd name="connsiteX10" fmla="*/ 0 w 13716"/>
              <a:gd name="connsiteY10" fmla="*/ 5590381 h 5590381"/>
              <a:gd name="connsiteX11" fmla="*/ 0 w 13716"/>
              <a:gd name="connsiteY11" fmla="*/ 4835680 h 5590381"/>
              <a:gd name="connsiteX12" fmla="*/ 0 w 13716"/>
              <a:gd name="connsiteY12" fmla="*/ 4304593 h 5590381"/>
              <a:gd name="connsiteX13" fmla="*/ 0 w 13716"/>
              <a:gd name="connsiteY13" fmla="*/ 3773507 h 5590381"/>
              <a:gd name="connsiteX14" fmla="*/ 0 w 13716"/>
              <a:gd name="connsiteY14" fmla="*/ 3186517 h 5590381"/>
              <a:gd name="connsiteX15" fmla="*/ 0 w 13716"/>
              <a:gd name="connsiteY15" fmla="*/ 2487720 h 5590381"/>
              <a:gd name="connsiteX16" fmla="*/ 0 w 13716"/>
              <a:gd name="connsiteY16" fmla="*/ 1956633 h 5590381"/>
              <a:gd name="connsiteX17" fmla="*/ 0 w 13716"/>
              <a:gd name="connsiteY17" fmla="*/ 1425547 h 5590381"/>
              <a:gd name="connsiteX18" fmla="*/ 0 w 13716"/>
              <a:gd name="connsiteY18" fmla="*/ 614942 h 5590381"/>
              <a:gd name="connsiteX19" fmla="*/ 0 w 13716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9C9A9DFF-D9BA-4561-45A2-5179E2548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669911"/>
            <a:ext cx="5170932" cy="183568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3592" y="4461259"/>
            <a:ext cx="5170932" cy="1428487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900" b="1" dirty="0" err="1"/>
              <a:t>Herramientas</a:t>
            </a:r>
            <a:r>
              <a:rPr lang="en-US" sz="1900" b="1" dirty="0"/>
              <a:t>:</a:t>
            </a:r>
            <a:r>
              <a:rPr lang="en-US" sz="1900" dirty="0"/>
              <a:t> </a:t>
            </a:r>
            <a:r>
              <a:rPr lang="en-US" sz="1900" dirty="0" err="1"/>
              <a:t>Vitest</a:t>
            </a:r>
            <a:r>
              <a:rPr lang="en-US" sz="1900" dirty="0"/>
              <a:t> + React Testing Library.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1900" b="1" dirty="0"/>
              <a:t>Resultado:</a:t>
            </a:r>
            <a:r>
              <a:rPr lang="es-ES" sz="1900" dirty="0"/>
              <a:t> </a:t>
            </a:r>
            <a:r>
              <a:rPr lang="es-ES" sz="1900" b="1" dirty="0"/>
              <a:t>¡10 Pruebas OK!</a:t>
            </a:r>
            <a:r>
              <a:rPr lang="es-ES" sz="1900" dirty="0"/>
              <a:t> (10 </a:t>
            </a:r>
            <a:r>
              <a:rPr lang="es-ES" sz="1900" dirty="0" err="1"/>
              <a:t>passed</a:t>
            </a:r>
            <a:r>
              <a:rPr lang="es-ES" sz="1900" dirty="0"/>
              <a:t>).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900" b="1" dirty="0" err="1"/>
              <a:t>Proceso</a:t>
            </a:r>
            <a:r>
              <a:rPr lang="en-US" sz="1900" b="1" dirty="0"/>
              <a:t> Clave:</a:t>
            </a:r>
            <a:r>
              <a:rPr lang="en-US" sz="1900" dirty="0"/>
              <a:t> Arrange (</a:t>
            </a:r>
            <a:r>
              <a:rPr lang="en-US" sz="1900" dirty="0" err="1"/>
              <a:t>Preparar</a:t>
            </a:r>
            <a:r>
              <a:rPr lang="en-US" sz="1900" dirty="0"/>
              <a:t>), Act (</a:t>
            </a:r>
            <a:r>
              <a:rPr lang="en-US" sz="1900" dirty="0" err="1"/>
              <a:t>Actuar</a:t>
            </a:r>
            <a:r>
              <a:rPr lang="en-US" sz="1900" dirty="0"/>
              <a:t>), Assert (</a:t>
            </a:r>
            <a:r>
              <a:rPr lang="en-US" sz="1900" dirty="0" err="1"/>
              <a:t>Afirmar</a:t>
            </a:r>
            <a:r>
              <a:rPr lang="en-US" sz="1900" dirty="0"/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anchor="ctr">
            <a:normAutofit/>
          </a:bodyPr>
          <a:lstStyle/>
          <a:p>
            <a:r>
              <a:rPr lang="es-ES" sz="3300" dirty="0"/>
              <a:t>Proceso de </a:t>
            </a:r>
            <a:r>
              <a:rPr lang="es-ES" sz="3300" dirty="0" err="1"/>
              <a:t>Testing</a:t>
            </a:r>
            <a:r>
              <a:rPr lang="es-ES" sz="3300" dirty="0"/>
              <a:t>: Configuración y </a:t>
            </a:r>
            <a:r>
              <a:rPr lang="es-ES" sz="3300" dirty="0" err="1"/>
              <a:t>Mocks</a:t>
            </a:r>
            <a:endParaRPr lang="es-ES" sz="33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onnsiteX0" fmla="*/ 0 w 13716"/>
              <a:gd name="connsiteY0" fmla="*/ 0 h 5590381"/>
              <a:gd name="connsiteX1" fmla="*/ 13716 w 13716"/>
              <a:gd name="connsiteY1" fmla="*/ 0 h 5590381"/>
              <a:gd name="connsiteX2" fmla="*/ 13716 w 13716"/>
              <a:gd name="connsiteY2" fmla="*/ 754701 h 5590381"/>
              <a:gd name="connsiteX3" fmla="*/ 13716 w 13716"/>
              <a:gd name="connsiteY3" fmla="*/ 1565307 h 5590381"/>
              <a:gd name="connsiteX4" fmla="*/ 13716 w 13716"/>
              <a:gd name="connsiteY4" fmla="*/ 2152297 h 5590381"/>
              <a:gd name="connsiteX5" fmla="*/ 13716 w 13716"/>
              <a:gd name="connsiteY5" fmla="*/ 2906998 h 5590381"/>
              <a:gd name="connsiteX6" fmla="*/ 13716 w 13716"/>
              <a:gd name="connsiteY6" fmla="*/ 3549892 h 5590381"/>
              <a:gd name="connsiteX7" fmla="*/ 13716 w 13716"/>
              <a:gd name="connsiteY7" fmla="*/ 4080978 h 5590381"/>
              <a:gd name="connsiteX8" fmla="*/ 13716 w 13716"/>
              <a:gd name="connsiteY8" fmla="*/ 4835680 h 5590381"/>
              <a:gd name="connsiteX9" fmla="*/ 13716 w 13716"/>
              <a:gd name="connsiteY9" fmla="*/ 5590381 h 5590381"/>
              <a:gd name="connsiteX10" fmla="*/ 0 w 13716"/>
              <a:gd name="connsiteY10" fmla="*/ 5590381 h 5590381"/>
              <a:gd name="connsiteX11" fmla="*/ 0 w 13716"/>
              <a:gd name="connsiteY11" fmla="*/ 4835680 h 5590381"/>
              <a:gd name="connsiteX12" fmla="*/ 0 w 13716"/>
              <a:gd name="connsiteY12" fmla="*/ 4304593 h 5590381"/>
              <a:gd name="connsiteX13" fmla="*/ 0 w 13716"/>
              <a:gd name="connsiteY13" fmla="*/ 3773507 h 5590381"/>
              <a:gd name="connsiteX14" fmla="*/ 0 w 13716"/>
              <a:gd name="connsiteY14" fmla="*/ 3186517 h 5590381"/>
              <a:gd name="connsiteX15" fmla="*/ 0 w 13716"/>
              <a:gd name="connsiteY15" fmla="*/ 2487720 h 5590381"/>
              <a:gd name="connsiteX16" fmla="*/ 0 w 13716"/>
              <a:gd name="connsiteY16" fmla="*/ 1956633 h 5590381"/>
              <a:gd name="connsiteX17" fmla="*/ 0 w 13716"/>
              <a:gd name="connsiteY17" fmla="*/ 1425547 h 5590381"/>
              <a:gd name="connsiteX18" fmla="*/ 0 w 13716"/>
              <a:gd name="connsiteY18" fmla="*/ 614942 h 5590381"/>
              <a:gd name="connsiteX19" fmla="*/ 0 w 13716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A3E6CCA-3344-2176-F0AA-F19BD9FED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696" y="640823"/>
            <a:ext cx="4784156" cy="30020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442" y="4084333"/>
            <a:ext cx="5170932" cy="1428487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pt-BR" sz="1900" b="1" dirty="0" err="1"/>
              <a:t>Config</a:t>
            </a:r>
            <a:r>
              <a:rPr lang="pt-BR" sz="1900" b="1" dirty="0"/>
              <a:t>:</a:t>
            </a:r>
            <a:r>
              <a:rPr lang="pt-BR" sz="1900" dirty="0"/>
              <a:t> vite.config.js integra </a:t>
            </a:r>
            <a:r>
              <a:rPr lang="pt-BR" sz="1900" dirty="0" err="1"/>
              <a:t>Vitest</a:t>
            </a:r>
            <a:r>
              <a:rPr lang="pt-BR" sz="1900" dirty="0"/>
              <a:t> + </a:t>
            </a:r>
            <a:r>
              <a:rPr lang="pt-BR" sz="1900" dirty="0" err="1"/>
              <a:t>jsdom</a:t>
            </a:r>
            <a:r>
              <a:rPr lang="pt-BR" sz="1900" dirty="0"/>
              <a:t> (simula navegador).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pt-BR" sz="1900" b="1" dirty="0"/>
              <a:t>AAA:</a:t>
            </a:r>
            <a:r>
              <a:rPr lang="pt-BR" sz="1900" dirty="0"/>
              <a:t> </a:t>
            </a:r>
            <a:r>
              <a:rPr lang="pt-BR" sz="1900" dirty="0" err="1"/>
              <a:t>Usé</a:t>
            </a:r>
            <a:r>
              <a:rPr lang="pt-BR" sz="1900" dirty="0"/>
              <a:t> </a:t>
            </a:r>
            <a:r>
              <a:rPr lang="pt-BR" sz="1900" dirty="0" err="1"/>
              <a:t>el</a:t>
            </a:r>
            <a:r>
              <a:rPr lang="pt-BR" sz="1900" dirty="0"/>
              <a:t> </a:t>
            </a:r>
            <a:r>
              <a:rPr lang="pt-BR" sz="1900" dirty="0" err="1"/>
              <a:t>patrón</a:t>
            </a:r>
            <a:r>
              <a:rPr lang="pt-BR" sz="1900" dirty="0"/>
              <a:t> </a:t>
            </a:r>
            <a:r>
              <a:rPr lang="pt-BR" sz="1900" b="1" dirty="0" err="1"/>
              <a:t>Arrange</a:t>
            </a:r>
            <a:r>
              <a:rPr lang="pt-BR" sz="1900" dirty="0"/>
              <a:t> (Preparar), </a:t>
            </a:r>
            <a:r>
              <a:rPr lang="pt-BR" sz="1900" b="1" dirty="0" err="1"/>
              <a:t>Act</a:t>
            </a:r>
            <a:r>
              <a:rPr lang="pt-BR" sz="1900" dirty="0"/>
              <a:t> (</a:t>
            </a:r>
            <a:r>
              <a:rPr lang="pt-BR" sz="1900" dirty="0" err="1"/>
              <a:t>Actuar</a:t>
            </a:r>
            <a:r>
              <a:rPr lang="pt-BR" sz="1900" dirty="0"/>
              <a:t>), </a:t>
            </a:r>
            <a:r>
              <a:rPr lang="pt-BR" sz="1900" b="1" dirty="0" err="1"/>
              <a:t>Assert</a:t>
            </a:r>
            <a:r>
              <a:rPr lang="pt-BR" sz="1900" dirty="0"/>
              <a:t> (Afirmar) </a:t>
            </a:r>
            <a:r>
              <a:rPr lang="pt-BR" sz="1900" dirty="0" err="1"/>
              <a:t>en</a:t>
            </a:r>
            <a:r>
              <a:rPr lang="pt-BR" sz="1900" dirty="0"/>
              <a:t> cada </a:t>
            </a:r>
            <a:r>
              <a:rPr lang="pt-BR" sz="1900" dirty="0" err="1"/>
              <a:t>prueba</a:t>
            </a:r>
            <a:r>
              <a:rPr lang="pt-BR" sz="1900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pt-BR" sz="1900" b="1" dirty="0" err="1"/>
              <a:t>Mocks</a:t>
            </a:r>
            <a:r>
              <a:rPr lang="pt-BR" sz="1900" b="1" dirty="0"/>
              <a:t>:</a:t>
            </a:r>
            <a:r>
              <a:rPr lang="pt-BR" sz="1900" dirty="0"/>
              <a:t> </a:t>
            </a:r>
            <a:r>
              <a:rPr lang="pt-BR" sz="1900" dirty="0" err="1"/>
              <a:t>Creé</a:t>
            </a:r>
            <a:r>
              <a:rPr lang="pt-BR" sz="1900" dirty="0"/>
              <a:t> </a:t>
            </a:r>
            <a:r>
              <a:rPr lang="pt-BR" sz="1900" dirty="0" err="1"/>
              <a:t>datos</a:t>
            </a:r>
            <a:r>
              <a:rPr lang="pt-BR" sz="1900" dirty="0"/>
              <a:t> falsos (</a:t>
            </a:r>
            <a:r>
              <a:rPr lang="pt-BR" sz="1900" dirty="0" err="1"/>
              <a:t>ej</a:t>
            </a:r>
            <a:r>
              <a:rPr lang="pt-BR" sz="1900" dirty="0"/>
              <a:t>: </a:t>
            </a:r>
            <a:r>
              <a:rPr lang="pt-BR" sz="1900" dirty="0" err="1"/>
              <a:t>mockProduct</a:t>
            </a:r>
            <a:r>
              <a:rPr lang="pt-BR" sz="1900" dirty="0"/>
              <a:t>) para </a:t>
            </a:r>
            <a:r>
              <a:rPr lang="pt-BR" sz="1900" dirty="0" err="1"/>
              <a:t>probar</a:t>
            </a:r>
            <a:r>
              <a:rPr lang="pt-BR" sz="1900" dirty="0"/>
              <a:t> componentes de forma </a:t>
            </a:r>
            <a:r>
              <a:rPr lang="pt-BR" sz="1900" b="1" dirty="0" err="1"/>
              <a:t>aislada</a:t>
            </a:r>
            <a:r>
              <a:rPr lang="pt-BR" sz="1900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pt-BR" sz="1900" b="1" dirty="0" err="1"/>
              <a:t>Análisis</a:t>
            </a:r>
            <a:r>
              <a:rPr lang="pt-BR" sz="1900" b="1" dirty="0"/>
              <a:t>:</a:t>
            </a:r>
            <a:r>
              <a:rPr lang="pt-BR" sz="1900" dirty="0"/>
              <a:t> </a:t>
            </a:r>
            <a:r>
              <a:rPr lang="pt-BR" sz="1900" dirty="0" err="1"/>
              <a:t>Vitest</a:t>
            </a:r>
            <a:r>
              <a:rPr lang="pt-BR" sz="1900" dirty="0"/>
              <a:t> </a:t>
            </a:r>
            <a:r>
              <a:rPr lang="pt-BR" sz="1900" dirty="0" err="1"/>
              <a:t>muestra</a:t>
            </a:r>
            <a:r>
              <a:rPr lang="pt-BR" sz="1900" dirty="0"/>
              <a:t> resultados claros (✓ o ×) </a:t>
            </a:r>
            <a:r>
              <a:rPr lang="pt-BR" sz="1900" dirty="0" err="1"/>
              <a:t>en</a:t>
            </a:r>
            <a:r>
              <a:rPr lang="pt-BR" sz="1900" dirty="0"/>
              <a:t> </a:t>
            </a:r>
            <a:r>
              <a:rPr lang="pt-BR" sz="1900" dirty="0" err="1"/>
              <a:t>la</a:t>
            </a:r>
            <a:r>
              <a:rPr lang="pt-BR" sz="1900" dirty="0"/>
              <a:t> terminal.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CL" sz="3300"/>
              <a:t>Conclusiones del Proyecto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3ADF97-D960-D064-71D9-3DF34BB58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996285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111" y="798703"/>
            <a:ext cx="3915889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¡Muchas Gracias!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611" y="3962792"/>
            <a:ext cx="3915888" cy="21021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¿Preguntas?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3044" y="0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502" y="1"/>
            <a:ext cx="866356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76C0C9F6-72C2-86F1-94AE-4C2FCB9C3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432" y="2214123"/>
            <a:ext cx="3704628" cy="2046806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4194" y="2916245"/>
            <a:ext cx="119806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1330" y="5717906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5633" y="6258756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2865" y="5835650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301</Words>
  <Application>Microsoft Office PowerPoint</Application>
  <PresentationFormat>Presentación en pantalla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Frontend Moderno con React y Pruebas Unitarias</vt:lpstr>
      <vt:lpstr>Agenda de Presentación</vt:lpstr>
      <vt:lpstr>Diseño SPA con React y React Router</vt:lpstr>
      <vt:lpstr>Componentes Datos(Props/Estado) y Diseño Adaptable</vt:lpstr>
      <vt:lpstr>Demostrando Calidad: Pruebas con Vitest</vt:lpstr>
      <vt:lpstr>Proceso de Testing: Configuración y Mocks</vt:lpstr>
      <vt:lpstr>Conclusiones del Proyecto</vt:lpstr>
      <vt:lpstr>¡Muchas Gracias!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CRISTOFER EDWARD SAN MARTIN CASTRO</cp:lastModifiedBy>
  <cp:revision>8</cp:revision>
  <dcterms:created xsi:type="dcterms:W3CDTF">2013-01-27T09:14:16Z</dcterms:created>
  <dcterms:modified xsi:type="dcterms:W3CDTF">2025-10-20T01:58:34Z</dcterms:modified>
  <cp:category/>
</cp:coreProperties>
</file>